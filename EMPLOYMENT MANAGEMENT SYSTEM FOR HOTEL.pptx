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bg1"/>
                </a:solidFill>
              </a:rPr>
              <a:t>EMPLOYMENT MANAGEMENT SYSTEM FOR HOTEL</a:t>
            </a:r>
            <a:endParaRPr lang="en-US" alt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2348865"/>
          </a:xfrm>
        </p:spPr>
        <p:txBody>
          <a:bodyPr>
            <a:normAutofit/>
          </a:bodyPr>
          <a:lstStyle/>
          <a:p>
            <a:r>
              <a:rPr lang="en-US" altLang="en-US">
                <a:solidFill>
                  <a:schemeClr val="bg1"/>
                </a:solidFill>
              </a:rPr>
              <a:t>DBMS Project Presentation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MWEBAZE JORDAN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Database Management System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MBARARA UNIVERSITY OF SCIENCE AND TECHNOLOGY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5/5/2026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Introduction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A database system for managing hotel employees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Replaces manual record keeping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Stores and manages: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Employee details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Departments &amp; job roles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Attendance records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Payroll information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Improve efficiency, accuracy, and data management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Business Case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</a:rPr>
              <a:t>Why This System?</a:t>
            </a:r>
            <a:endParaRPr lang="en-US" altLang="en-US" b="1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Manual systems are slow and error-prone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Difficult to track employee records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Payroll calculations can have errors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 b="1">
                <a:solidFill>
                  <a:schemeClr val="bg1"/>
                </a:solidFill>
              </a:rPr>
              <a:t> Benefits:</a:t>
            </a:r>
            <a:endParaRPr lang="en-US" altLang="en-US" b="1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Faster data access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Reduced paperwork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Better decision making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Improved accuracy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System Design (ERD Overview)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Entities in the System: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Department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Job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Employee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Attendance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Payroll</a:t>
            </a:r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  <a:p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Relationships: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Department → Employee (1)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Job → Employee (1)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Employee → Attendance (1)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Employee → Payroll (1)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Data is linked using Primary Keys &amp; Foreign Keys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Database Tables (MySQL Terminal)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20000"/>
          </a:bodyPr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Tables Created: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SHOW TABLES;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Department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Job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Employee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Attendance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Payroll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Example Table Structure: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DESCRIBE Employee;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employee_id (PK)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first_name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last_name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department_id (FK)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job_id (FK)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Sample Data &amp; Queries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Insert Data Example: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INSERT INTO Department (department_name)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VALUES ('Reception'), ('Kitchen')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0000"/>
          </a:bodyPr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Query Example: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SELECT * FROM Employee;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Join Query: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SELECT e.first_name, d.department_name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FROM Employee e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JOIN Department d ON e.department_id = d.department_id;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Displays employees with their departments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Conclusion</a:t>
            </a:r>
            <a:endParaRPr lang="en-US" altLang="en-US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>
                <a:solidFill>
                  <a:schemeClr val="bg1"/>
                </a:solidFill>
              </a:rPr>
              <a:t>System successfully manages employee data</a:t>
            </a:r>
            <a:endParaRPr lang="en-US" altLang="en-US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en-US">
                <a:solidFill>
                  <a:schemeClr val="bg1"/>
                </a:solidFill>
              </a:rPr>
              <a:t>Ensures: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Data accuracy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Fast retrieval</a:t>
            </a:r>
            <a:endParaRPr lang="en-US" altLang="en-US">
              <a:solidFill>
                <a:schemeClr val="bg1"/>
              </a:solidFill>
            </a:endParaRPr>
          </a:p>
          <a:p>
            <a:r>
              <a:rPr lang="en-US" altLang="en-US">
                <a:solidFill>
                  <a:schemeClr val="bg1"/>
                </a:solidFill>
              </a:rPr>
              <a:t>Reduced redundancy</a:t>
            </a:r>
            <a:endParaRPr lang="en-US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1469</Words>
  <Application>WPS Presentation</Application>
  <PresentationFormat>Widescreen</PresentationFormat>
  <Paragraphs>91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Jordan</cp:lastModifiedBy>
  <cp:revision>3</cp:revision>
  <dcterms:created xsi:type="dcterms:W3CDTF">2025-07-23T00:59:00Z</dcterms:created>
  <dcterms:modified xsi:type="dcterms:W3CDTF">2026-05-06T11:23:12Z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020275450E094BE680A477373E9E8F05_12</vt:lpwstr>
  </property>
  <property fmtid="{D5CDD505-2E9C-101B-9397-08002B2CF9AE}" pid="3" name="KSOProductBuildVer">
    <vt:lpwstr>1033-12.1.0.25242</vt:lpwstr>
  </property>
</Properties>
</file>